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6B86"/>
    <a:srgbClr val="1D8900"/>
    <a:srgbClr val="007CBC"/>
    <a:srgbClr val="DF3312"/>
    <a:srgbClr val="FAFAFA"/>
    <a:srgbClr val="1E8900"/>
    <a:srgbClr val="F1623E"/>
    <a:srgbClr val="CD2264"/>
    <a:srgbClr val="D86613"/>
    <a:srgbClr val="4D2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156D1-9000-3B00-D289-1146313697C0}" v="10" dt="2020-12-08T06:28:45.144"/>
    <p1510:client id="{10502AF7-A1C0-8271-FCD7-8B9C71F0B3E7}" v="14" dt="2021-01-26T08:20:28.736"/>
    <p1510:client id="{1ABCC395-A57F-0A28-0D50-50FF2A0C9F65}" v="8" dt="2020-12-03T08:14:49.232"/>
    <p1510:client id="{4DD05AEE-C3C5-43CB-83E6-DDA1AE8AD6D6}" v="612" dt="2020-12-02T13:26:55.545"/>
    <p1510:client id="{5AE10A2C-D78B-CBF0-CE3B-7E9F2EBAABE9}" v="269" dt="2021-01-26T14:18:12.167"/>
    <p1510:client id="{963F39E9-F31E-C6B2-0DED-16761762B8CC}" v="8" dt="2021-01-26T09:18:17.481"/>
    <p1510:client id="{9D4E2F6C-6946-4253-6339-BF8ECE8A127F}" v="5" dt="2020-12-03T08:36:45.988"/>
    <p1510:client id="{B0C3C2CA-2B5D-45A7-32D0-9451536B9A4A}" v="15" dt="2021-01-28T12:42:48.100"/>
    <p1510:client id="{B87B81D8-90D5-D4AD-BB4C-FA61E9833A02}" v="11" dt="2020-12-02T14:53:58.987"/>
    <p1510:client id="{D5AFC41F-0DE4-130A-1FA3-926AA50D8FD7}" v="326" dt="2021-02-10T09:45:42.004"/>
    <p1510:client id="{D8870D37-61E1-605F-6380-40B0D0B04EA5}" v="1" dt="2021-02-03T07:49:09.139"/>
    <p1510:client id="{F0F39E85-2748-338F-DF51-6C18F8548B10}" v="434" dt="2021-01-28T14:16:19.038"/>
    <p1510:client id="{F7F2BFC8-E0DF-42B8-F7D6-98B20511B98B}" v="231" dt="2021-02-10T08:50:38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79"/>
  </p:normalViewPr>
  <p:slideViewPr>
    <p:cSldViewPr>
      <p:cViewPr>
        <p:scale>
          <a:sx n="100" d="100"/>
          <a:sy n="100" d="100"/>
        </p:scale>
        <p:origin x="72" y="276"/>
      </p:cViewPr>
      <p:guideLst>
        <p:guide pos="2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9945AD-C4E7-8D4E-B52E-03FA06621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77B07-F9D1-AA40-BBCF-775E74D42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7721D-1176-A640-AC48-B82F78C92D56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29E1-8FBF-B44D-9125-5A6D2BEFA6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4B474-30DF-AA46-8E95-0F42A4552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BAB59-14AE-9844-B034-10FDF6484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6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A089-FB25-6D46-9D21-F0F04A18BCA8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304BD-78E5-F743-9CDB-4BAC0F2E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35133-BC66-D740-A8F2-4918067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5912-5042-564C-832E-5F4D1FCB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7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4.sv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7703C61-09E8-4049-8248-F9AB232E14C1}"/>
              </a:ext>
            </a:extLst>
          </p:cNvPr>
          <p:cNvSpPr/>
          <p:nvPr/>
        </p:nvSpPr>
        <p:spPr>
          <a:xfrm>
            <a:off x="2551935" y="1859540"/>
            <a:ext cx="7359864" cy="2884279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0B6412-6E5D-B24E-8630-AD02E15A85EC}"/>
              </a:ext>
            </a:extLst>
          </p:cNvPr>
          <p:cNvSpPr/>
          <p:nvPr/>
        </p:nvSpPr>
        <p:spPr>
          <a:xfrm>
            <a:off x="822826" y="1325526"/>
            <a:ext cx="10783750" cy="48119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AWS Cloud</a:t>
            </a:r>
            <a:endParaRPr lang="en-US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89490AF9-EFA6-8440-9A79-E963D0EE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470" y="1325526"/>
            <a:ext cx="330200" cy="330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FB42D1C-3EBE-4F44-AEEF-747AE0502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1935" y="1856629"/>
            <a:ext cx="330200" cy="330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F54C109-EA8E-4CC3-B91E-ED9576439A41}"/>
              </a:ext>
            </a:extLst>
          </p:cNvPr>
          <p:cNvSpPr txBox="1"/>
          <p:nvPr/>
        </p:nvSpPr>
        <p:spPr>
          <a:xfrm>
            <a:off x="5759761" y="2644015"/>
            <a:ext cx="120354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Classic 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cs typeface="Arial"/>
              </a:rPr>
              <a:t>Load Balancer</a:t>
            </a:r>
            <a:endParaRPr lang="en-US" sz="1200" dirty="0">
              <a:cs typeface="Arial"/>
            </a:endParaRP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7F95A3EB-B772-40A7-A8D2-BF04A2AB9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97" y="2255374"/>
            <a:ext cx="435964" cy="44236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7D7109E-BEF0-324E-9A5A-67C32AFB3027}"/>
              </a:ext>
            </a:extLst>
          </p:cNvPr>
          <p:cNvSpPr/>
          <p:nvPr/>
        </p:nvSpPr>
        <p:spPr>
          <a:xfrm>
            <a:off x="2972659" y="1547606"/>
            <a:ext cx="2678097" cy="3329194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007DBC"/>
                </a:solidFill>
                <a:latin typeface="Arial"/>
                <a:cs typeface="Arial"/>
              </a:rPr>
              <a:t>Availability Zone 1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55BA6A-47A5-CA49-9E9D-545F78B6B1D1}"/>
              </a:ext>
            </a:extLst>
          </p:cNvPr>
          <p:cNvSpPr txBox="1"/>
          <p:nvPr/>
        </p:nvSpPr>
        <p:spPr>
          <a:xfrm>
            <a:off x="3215866" y="3813130"/>
            <a:ext cx="817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NAT gateway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94CD6F-A111-42EB-882D-05C42EA82F2E}"/>
              </a:ext>
            </a:extLst>
          </p:cNvPr>
          <p:cNvSpPr/>
          <p:nvPr/>
        </p:nvSpPr>
        <p:spPr>
          <a:xfrm>
            <a:off x="7072666" y="1537562"/>
            <a:ext cx="2649733" cy="3339238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007DBC"/>
                </a:solidFill>
                <a:latin typeface="Arial"/>
                <a:cs typeface="Arial"/>
              </a:rPr>
              <a:t>Availability Zone 2</a:t>
            </a:r>
            <a:endParaRPr 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A7CEB2-7515-104B-A313-63BC9587BB83}"/>
              </a:ext>
            </a:extLst>
          </p:cNvPr>
          <p:cNvSpPr txBox="1"/>
          <p:nvPr/>
        </p:nvSpPr>
        <p:spPr>
          <a:xfrm>
            <a:off x="956979" y="3576171"/>
            <a:ext cx="149675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Softing </a:t>
            </a:r>
            <a:r>
              <a:rPr lang="en-US" sz="1200" dirty="0" smtClean="0">
                <a:latin typeface="Arial"/>
                <a:cs typeface="Arial"/>
              </a:rPr>
              <a:t>dataFEED edgeConnector </a:t>
            </a:r>
            <a:r>
              <a:rPr lang="en-US" sz="1200" dirty="0">
                <a:latin typeface="Arial"/>
                <a:cs typeface="Arial"/>
              </a:rPr>
              <a:t>Siemens </a:t>
            </a:r>
            <a:r>
              <a:rPr lang="en-US" sz="1200" dirty="0" smtClean="0">
                <a:latin typeface="Arial"/>
                <a:cs typeface="Arial"/>
              </a:rPr>
              <a:t>in PLC simulation mode</a:t>
            </a:r>
            <a:endParaRPr lang="en-US" sz="1200" dirty="0">
              <a:cs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F3AD7D-0488-4C81-AD69-59568C16260D}"/>
              </a:ext>
            </a:extLst>
          </p:cNvPr>
          <p:cNvSpPr txBox="1"/>
          <p:nvPr/>
        </p:nvSpPr>
        <p:spPr>
          <a:xfrm>
            <a:off x="4092259" y="3840720"/>
            <a:ext cx="12433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smtClean="0"/>
              <a:t>Amazon EC2 instance</a:t>
            </a:r>
            <a:endParaRPr lang="en-US" sz="12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9975852" y="4502514"/>
            <a:ext cx="1651819" cy="1086960"/>
            <a:chOff x="9924759" y="2957843"/>
            <a:chExt cx="1651819" cy="108696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993A83-70A7-4653-9819-E6959AF4A6DC}"/>
                </a:ext>
              </a:extLst>
            </p:cNvPr>
            <p:cNvSpPr txBox="1"/>
            <p:nvPr/>
          </p:nvSpPr>
          <p:spPr>
            <a:xfrm>
              <a:off x="9924759" y="3767804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IoT Core</a:t>
              </a:r>
            </a:p>
          </p:txBody>
        </p:sp>
        <p:pic>
          <p:nvPicPr>
            <p:cNvPr id="69" name="Graphic 6">
              <a:extLst>
                <a:ext uri="{FF2B5EF4-FFF2-40B4-BE49-F238E27FC236}">
                  <a16:creationId xmlns:a16="http://schemas.microsoft.com/office/drawing/2014/main" id="{533E58B1-0DDF-9C44-8601-F72411B38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6135" y="2957843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2" name="Graphic 18">
            <a:extLst>
              <a:ext uri="{FF2B5EF4-FFF2-40B4-BE49-F238E27FC236}">
                <a16:creationId xmlns:a16="http://schemas.microsoft.com/office/drawing/2014/main" id="{BF37C822-FC3E-9E4A-BB66-12AA7CB10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748" y="502520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24">
            <a:extLst>
              <a:ext uri="{FF2B5EF4-FFF2-40B4-BE49-F238E27FC236}">
                <a16:creationId xmlns:a16="http://schemas.microsoft.com/office/drawing/2014/main" id="{92360CF8-FE05-D047-8299-36B10F87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285" y="5824728"/>
            <a:ext cx="22907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4" name="Graphic 19">
            <a:extLst>
              <a:ext uri="{FF2B5EF4-FFF2-40B4-BE49-F238E27FC236}">
                <a16:creationId xmlns:a16="http://schemas.microsoft.com/office/drawing/2014/main" id="{ED9F78BE-213C-3D47-A534-0B86E7211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35" y="50269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TextBox 12">
            <a:extLst>
              <a:ext uri="{FF2B5EF4-FFF2-40B4-BE49-F238E27FC236}">
                <a16:creationId xmlns:a16="http://schemas.microsoft.com/office/drawing/2014/main" id="{E6D95FBB-6754-2D45-B10F-73837D3E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110" y="5823323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  <a:r>
              <a:rPr lang="en-US" altLang="en-US" sz="12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IAM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6" name="Graphic 18">
            <a:extLst>
              <a:ext uri="{FF2B5EF4-FFF2-40B4-BE49-F238E27FC236}">
                <a16:creationId xmlns:a16="http://schemas.microsoft.com/office/drawing/2014/main" id="{E0668E3F-1457-E041-A92E-2FF0C60C2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438" y="3261647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39EEFFD5-B07A-CD4C-A9C4-8DBFAB9447D6}"/>
              </a:ext>
            </a:extLst>
          </p:cNvPr>
          <p:cNvSpPr/>
          <p:nvPr/>
        </p:nvSpPr>
        <p:spPr>
          <a:xfrm>
            <a:off x="4115350" y="3267837"/>
            <a:ext cx="4502661" cy="1142232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80" name="Graphic 21">
            <a:extLst>
              <a:ext uri="{FF2B5EF4-FFF2-40B4-BE49-F238E27FC236}">
                <a16:creationId xmlns:a16="http://schemas.microsoft.com/office/drawing/2014/main" id="{561E4467-BB15-6B4A-9C76-1064A06F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392" y="3455864"/>
            <a:ext cx="379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9">
            <a:extLst>
              <a:ext uri="{FF2B5EF4-FFF2-40B4-BE49-F238E27FC236}">
                <a16:creationId xmlns:a16="http://schemas.microsoft.com/office/drawing/2014/main" id="{5C11495B-726D-244C-A9D7-F3E8931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284" y="3453250"/>
            <a:ext cx="3794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755BA6A-47A5-CA49-9E9D-545F78B6B1D1}"/>
              </a:ext>
            </a:extLst>
          </p:cNvPr>
          <p:cNvSpPr txBox="1"/>
          <p:nvPr/>
        </p:nvSpPr>
        <p:spPr>
          <a:xfrm>
            <a:off x="8670115" y="3813337"/>
            <a:ext cx="817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NAT gateway</a:t>
            </a:r>
          </a:p>
        </p:txBody>
      </p:sp>
      <p:pic>
        <p:nvPicPr>
          <p:cNvPr id="84" name="Graphic 19">
            <a:extLst>
              <a:ext uri="{FF2B5EF4-FFF2-40B4-BE49-F238E27FC236}">
                <a16:creationId xmlns:a16="http://schemas.microsoft.com/office/drawing/2014/main" id="{5C11495B-726D-244C-A9D7-F3E8931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400" y="3453249"/>
            <a:ext cx="3794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25"/>
          <p:cNvGrpSpPr/>
          <p:nvPr/>
        </p:nvGrpSpPr>
        <p:grpSpPr>
          <a:xfrm>
            <a:off x="9701344" y="3034355"/>
            <a:ext cx="2243137" cy="1070759"/>
            <a:chOff x="9641275" y="1614528"/>
            <a:chExt cx="2243137" cy="1070759"/>
          </a:xfrm>
        </p:grpSpPr>
        <p:pic>
          <p:nvPicPr>
            <p:cNvPr id="87" name="Graphic 7">
              <a:extLst>
                <a:ext uri="{FF2B5EF4-FFF2-40B4-BE49-F238E27FC236}">
                  <a16:creationId xmlns:a16="http://schemas.microsoft.com/office/drawing/2014/main" id="{C5C14F14-655B-D54D-9BA0-B22A0F604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1843" y="1614528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TextBox 9">
              <a:extLst>
                <a:ext uri="{FF2B5EF4-FFF2-40B4-BE49-F238E27FC236}">
                  <a16:creationId xmlns:a16="http://schemas.microsoft.com/office/drawing/2014/main" id="{7809D0B9-34C3-5248-9833-996CE7B9D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1275" y="2408288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IoT Greengrass</a:t>
              </a:r>
            </a:p>
          </p:txBody>
        </p:sp>
      </p:grpSp>
      <p:sp>
        <p:nvSpPr>
          <p:cNvPr id="90" name="TextBox 15">
            <a:extLst>
              <a:ext uri="{FF2B5EF4-FFF2-40B4-BE49-F238E27FC236}">
                <a16:creationId xmlns:a16="http://schemas.microsoft.com/office/drawing/2014/main" id="{827B600A-D9BC-B047-A401-E6661068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422" y="5823323"/>
            <a:ext cx="21483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IoT SiteWise connector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91" name="Graphic 6">
            <a:extLst>
              <a:ext uri="{FF2B5EF4-FFF2-40B4-BE49-F238E27FC236}">
                <a16:creationId xmlns:a16="http://schemas.microsoft.com/office/drawing/2014/main" id="{A2F37D9A-1C72-1D47-B4DC-278AA39F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126" y="516742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714F9E8E-84FF-4AC5-92AC-3718BCF8CA8B}"/>
              </a:ext>
            </a:extLst>
          </p:cNvPr>
          <p:cNvSpPr txBox="1"/>
          <p:nvPr/>
        </p:nvSpPr>
        <p:spPr>
          <a:xfrm>
            <a:off x="6128638" y="5824728"/>
            <a:ext cx="16518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AWS IoT SiteWise</a:t>
            </a:r>
          </a:p>
        </p:txBody>
      </p:sp>
      <p:pic>
        <p:nvPicPr>
          <p:cNvPr id="93" name="Graphic 17">
            <a:extLst>
              <a:ext uri="{FF2B5EF4-FFF2-40B4-BE49-F238E27FC236}">
                <a16:creationId xmlns:a16="http://schemas.microsoft.com/office/drawing/2014/main" id="{BEA29866-F561-0B41-AFBC-A45463114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862" y="50269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93" y="2572228"/>
            <a:ext cx="1400784" cy="98878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1F0E7EF4-E444-A249-963E-37467B23CA57}"/>
              </a:ext>
            </a:extLst>
          </p:cNvPr>
          <p:cNvSpPr/>
          <p:nvPr/>
        </p:nvSpPr>
        <p:spPr>
          <a:xfrm>
            <a:off x="3083799" y="2177165"/>
            <a:ext cx="2479973" cy="2447333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46" name="Graphic 23">
            <a:extLst>
              <a:ext uri="{FF2B5EF4-FFF2-40B4-BE49-F238E27FC236}">
                <a16:creationId xmlns:a16="http://schemas.microsoft.com/office/drawing/2014/main" id="{43BA4EF3-85AD-AC4B-BC16-83F708F8D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504" y="218198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1F0E7EF4-E444-A249-963E-37467B23CA57}"/>
              </a:ext>
            </a:extLst>
          </p:cNvPr>
          <p:cNvSpPr/>
          <p:nvPr/>
        </p:nvSpPr>
        <p:spPr>
          <a:xfrm>
            <a:off x="7167307" y="2184290"/>
            <a:ext cx="2479973" cy="2447333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48" name="Graphic 23">
            <a:extLst>
              <a:ext uri="{FF2B5EF4-FFF2-40B4-BE49-F238E27FC236}">
                <a16:creationId xmlns:a16="http://schemas.microsoft.com/office/drawing/2014/main" id="{43BA4EF3-85AD-AC4B-BC16-83F708F8D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225" y="2189114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Box 17">
            <a:extLst>
              <a:ext uri="{FF2B5EF4-FFF2-40B4-BE49-F238E27FC236}">
                <a16:creationId xmlns:a16="http://schemas.microsoft.com/office/drawing/2014/main" id="{70E93A9B-B3E0-D24E-9DFE-BE9C66CA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868" y="2456627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pic>
        <p:nvPicPr>
          <p:cNvPr id="50" name="Graphic 13">
            <a:extLst>
              <a:ext uri="{FF2B5EF4-FFF2-40B4-BE49-F238E27FC236}">
                <a16:creationId xmlns:a16="http://schemas.microsoft.com/office/drawing/2014/main" id="{E2B9011C-C7EB-AD4B-85D7-DC979571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414" y="195146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174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545B64"/>
          </a:solidFill>
          <a:headEnd type="none" w="med" len="sm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8506</TotalTime>
  <Words>55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Amazon Ember</vt:lpstr>
      <vt:lpstr>Arial</vt:lpstr>
      <vt:lpstr>Calibri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O'Neal, Anna</cp:lastModifiedBy>
  <cp:revision>502</cp:revision>
  <cp:lastPrinted>2019-01-03T20:59:05Z</cp:lastPrinted>
  <dcterms:created xsi:type="dcterms:W3CDTF">2018-09-14T20:21:45Z</dcterms:created>
  <dcterms:modified xsi:type="dcterms:W3CDTF">2021-03-09T17:50:28Z</dcterms:modified>
</cp:coreProperties>
</file>