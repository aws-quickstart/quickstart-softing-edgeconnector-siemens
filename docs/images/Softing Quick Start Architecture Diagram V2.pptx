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4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6B86"/>
    <a:srgbClr val="1D8900"/>
    <a:srgbClr val="007CBC"/>
    <a:srgbClr val="DF3312"/>
    <a:srgbClr val="FAFAFA"/>
    <a:srgbClr val="1E8900"/>
    <a:srgbClr val="F1623E"/>
    <a:srgbClr val="CD2264"/>
    <a:srgbClr val="D86613"/>
    <a:srgbClr val="4D27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5156D1-9000-3B00-D289-1146313697C0}" v="10" dt="2020-12-08T06:28:45.144"/>
    <p1510:client id="{10502AF7-A1C0-8271-FCD7-8B9C71F0B3E7}" v="14" dt="2021-01-26T08:20:28.736"/>
    <p1510:client id="{1ABCC395-A57F-0A28-0D50-50FF2A0C9F65}" v="8" dt="2020-12-03T08:14:49.232"/>
    <p1510:client id="{4DD05AEE-C3C5-43CB-83E6-DDA1AE8AD6D6}" v="612" dt="2020-12-02T13:26:55.545"/>
    <p1510:client id="{5AE10A2C-D78B-CBF0-CE3B-7E9F2EBAABE9}" v="269" dt="2021-01-26T14:18:12.167"/>
    <p1510:client id="{963F39E9-F31E-C6B2-0DED-16761762B8CC}" v="8" dt="2021-01-26T09:18:17.481"/>
    <p1510:client id="{9D4E2F6C-6946-4253-6339-BF8ECE8A127F}" v="5" dt="2020-12-03T08:36:45.988"/>
    <p1510:client id="{B0C3C2CA-2B5D-45A7-32D0-9451536B9A4A}" v="15" dt="2021-01-28T12:42:48.100"/>
    <p1510:client id="{B87B81D8-90D5-D4AD-BB4C-FA61E9833A02}" v="11" dt="2020-12-02T14:53:58.987"/>
    <p1510:client id="{D5AFC41F-0DE4-130A-1FA3-926AA50D8FD7}" v="326" dt="2021-02-10T09:45:42.004"/>
    <p1510:client id="{D8870D37-61E1-605F-6380-40B0D0B04EA5}" v="1" dt="2021-02-03T07:49:09.139"/>
    <p1510:client id="{F0F39E85-2748-338F-DF51-6C18F8548B10}" v="434" dt="2021-01-28T14:16:19.038"/>
    <p1510:client id="{F7F2BFC8-E0DF-42B8-F7D6-98B20511B98B}" v="231" dt="2021-02-10T08:50:38.2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49"/>
    <p:restoredTop sz="94679"/>
  </p:normalViewPr>
  <p:slideViewPr>
    <p:cSldViewPr snapToGrid="0">
      <p:cViewPr varScale="1">
        <p:scale>
          <a:sx n="216" d="100"/>
          <a:sy n="216" d="100"/>
        </p:scale>
        <p:origin x="4480" y="192"/>
      </p:cViewPr>
      <p:guideLst>
        <p:guide pos="24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29945AD-C4E7-8D4E-B52E-03FA066211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277B07-F9D1-AA40-BBCF-775E74D42B5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7721D-1176-A640-AC48-B82F78C92D56}" type="datetimeFigureOut">
              <a:rPr lang="en-US" smtClean="0"/>
              <a:t>2/23/21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529E1-8FBF-B44D-9125-5A6D2BEFA6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4B474-30DF-AA46-8E95-0F42A45520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BAB59-14AE-9844-B034-10FDF6484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8965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4A089-FB25-6D46-9D21-F0F04A18BCA8}" type="datetimeFigureOut">
              <a:rPr lang="en-US" smtClean="0"/>
              <a:t>2/23/21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304BD-78E5-F743-9CDB-4BAC0F2E5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607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335133-BC66-D740-A8F2-49180671F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D45912-5042-564C-832E-5F4D1FCB1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689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5275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37703C61-09E8-4049-8248-F9AB232E14C1}"/>
              </a:ext>
            </a:extLst>
          </p:cNvPr>
          <p:cNvSpPr/>
          <p:nvPr/>
        </p:nvSpPr>
        <p:spPr>
          <a:xfrm>
            <a:off x="2192634" y="1890664"/>
            <a:ext cx="7856743" cy="4361778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40B6412-6E5D-B24E-8630-AD02E15A85EC}"/>
              </a:ext>
            </a:extLst>
          </p:cNvPr>
          <p:cNvSpPr/>
          <p:nvPr/>
        </p:nvSpPr>
        <p:spPr>
          <a:xfrm>
            <a:off x="567408" y="341189"/>
            <a:ext cx="11055170" cy="629231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AWS Cloud</a:t>
            </a:r>
            <a:endParaRPr lang="en-US" sz="1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89490AF9-EFA6-8440-9A79-E963D0EE72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409" y="341189"/>
            <a:ext cx="330200" cy="330200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1FB42D1C-3EBE-4F44-AEEF-747AE05020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92635" y="1890665"/>
            <a:ext cx="330200" cy="33020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A8E8909F-AFA3-4F33-894F-F2CDBAC13AB5}"/>
              </a:ext>
            </a:extLst>
          </p:cNvPr>
          <p:cNvGrpSpPr/>
          <p:nvPr/>
        </p:nvGrpSpPr>
        <p:grpSpPr>
          <a:xfrm>
            <a:off x="6548638" y="561028"/>
            <a:ext cx="1651819" cy="789392"/>
            <a:chOff x="6468869" y="521943"/>
            <a:chExt cx="1651819" cy="789392"/>
          </a:xfrm>
        </p:grpSpPr>
        <p:pic>
          <p:nvPicPr>
            <p:cNvPr id="8" name="Picture 8" descr="Icon&#10;&#10;Description automatically generated">
              <a:extLst>
                <a:ext uri="{FF2B5EF4-FFF2-40B4-BE49-F238E27FC236}">
                  <a16:creationId xmlns:a16="http://schemas.microsoft.com/office/drawing/2014/main" id="{1718D861-5E2F-49D1-9117-9885858309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67694" y="521943"/>
              <a:ext cx="457200" cy="445742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14F9E8E-84FF-4AC5-92AC-3718BCF8CA8B}"/>
                </a:ext>
              </a:extLst>
            </p:cNvPr>
            <p:cNvSpPr txBox="1"/>
            <p:nvPr/>
          </p:nvSpPr>
          <p:spPr>
            <a:xfrm>
              <a:off x="6468869" y="1034336"/>
              <a:ext cx="1651819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1200" dirty="0">
                  <a:latin typeface="Arial"/>
                  <a:cs typeface="Arial"/>
                </a:rPr>
                <a:t>AWS IoT SiteWise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522DF26-5F43-420B-A1C4-4771DEC77867}"/>
              </a:ext>
            </a:extLst>
          </p:cNvPr>
          <p:cNvGrpSpPr/>
          <p:nvPr/>
        </p:nvGrpSpPr>
        <p:grpSpPr>
          <a:xfrm>
            <a:off x="4345396" y="544157"/>
            <a:ext cx="1651819" cy="812310"/>
            <a:chOff x="4217246" y="499024"/>
            <a:chExt cx="1651819" cy="812310"/>
          </a:xfrm>
        </p:grpSpPr>
        <p:pic>
          <p:nvPicPr>
            <p:cNvPr id="12" name="Picture 12" descr="Icon&#10;&#10;Description automatically generated">
              <a:extLst>
                <a:ext uri="{FF2B5EF4-FFF2-40B4-BE49-F238E27FC236}">
                  <a16:creationId xmlns:a16="http://schemas.microsoft.com/office/drawing/2014/main" id="{750E50D9-0768-42E5-9BDB-8B5AA713F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87423" y="499024"/>
              <a:ext cx="457201" cy="468660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E993A83-70A7-4653-9819-E6959AF4A6DC}"/>
                </a:ext>
              </a:extLst>
            </p:cNvPr>
            <p:cNvSpPr txBox="1"/>
            <p:nvPr/>
          </p:nvSpPr>
          <p:spPr>
            <a:xfrm>
              <a:off x="4217246" y="1034335"/>
              <a:ext cx="1651819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1200" dirty="0">
                  <a:latin typeface="Arial"/>
                  <a:cs typeface="Arial"/>
                </a:rPr>
                <a:t>AWS IoT Core</a:t>
              </a:r>
            </a:p>
          </p:txBody>
        </p:sp>
      </p:grpSp>
      <p:pic>
        <p:nvPicPr>
          <p:cNvPr id="13" name="Picture 13" descr="Icon&#10;&#10;Description automatically generated">
            <a:extLst>
              <a:ext uri="{FF2B5EF4-FFF2-40B4-BE49-F238E27FC236}">
                <a16:creationId xmlns:a16="http://schemas.microsoft.com/office/drawing/2014/main" id="{EEF3CF64-4A02-483D-AB2D-BAB07F63BC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89000" y="2812214"/>
            <a:ext cx="457202" cy="451473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12002C82-37EC-4259-BA03-2C61D6CD4C4B}"/>
              </a:ext>
            </a:extLst>
          </p:cNvPr>
          <p:cNvSpPr txBox="1"/>
          <p:nvPr/>
        </p:nvSpPr>
        <p:spPr>
          <a:xfrm>
            <a:off x="9990175" y="3284506"/>
            <a:ext cx="1651819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200" dirty="0">
                <a:latin typeface="Arial"/>
                <a:cs typeface="Arial"/>
              </a:rPr>
              <a:t>AWS Lambda</a:t>
            </a:r>
          </a:p>
        </p:txBody>
      </p:sp>
      <p:pic>
        <p:nvPicPr>
          <p:cNvPr id="15" name="Picture 15" descr="Icon&#10;&#10;Description automatically generated">
            <a:extLst>
              <a:ext uri="{FF2B5EF4-FFF2-40B4-BE49-F238E27FC236}">
                <a16:creationId xmlns:a16="http://schemas.microsoft.com/office/drawing/2014/main" id="{356D8C7C-CD79-47A4-A147-D8478677D4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93775" y="3735908"/>
            <a:ext cx="457202" cy="434285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C9B070C0-026B-4E54-8A4D-E311BF006EB5}"/>
              </a:ext>
            </a:extLst>
          </p:cNvPr>
          <p:cNvSpPr txBox="1"/>
          <p:nvPr/>
        </p:nvSpPr>
        <p:spPr>
          <a:xfrm>
            <a:off x="10298604" y="4139447"/>
            <a:ext cx="1050241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200" dirty="0">
                <a:latin typeface="Arial"/>
                <a:cs typeface="Arial"/>
              </a:rPr>
              <a:t>AWS ECS</a:t>
            </a:r>
          </a:p>
        </p:txBody>
      </p:sp>
      <p:pic>
        <p:nvPicPr>
          <p:cNvPr id="16" name="Picture 16" descr="Icon&#10;&#10;Description automatically generated">
            <a:extLst>
              <a:ext uri="{FF2B5EF4-FFF2-40B4-BE49-F238E27FC236}">
                <a16:creationId xmlns:a16="http://schemas.microsoft.com/office/drawing/2014/main" id="{20C0E7A5-4D9A-4076-93AB-02EA258C6D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87726" y="4639551"/>
            <a:ext cx="457202" cy="422827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A334BC9A-CB84-495E-91DC-331FED02E1BD}"/>
              </a:ext>
            </a:extLst>
          </p:cNvPr>
          <p:cNvSpPr txBox="1"/>
          <p:nvPr/>
        </p:nvSpPr>
        <p:spPr>
          <a:xfrm>
            <a:off x="10304016" y="5066006"/>
            <a:ext cx="1050241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200" dirty="0">
                <a:latin typeface="Arial"/>
                <a:cs typeface="Arial"/>
              </a:rPr>
              <a:t>AWS IAM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ACF62F2-14CE-48E8-98D1-19B666C1604B}"/>
              </a:ext>
            </a:extLst>
          </p:cNvPr>
          <p:cNvGrpSpPr/>
          <p:nvPr/>
        </p:nvGrpSpPr>
        <p:grpSpPr>
          <a:xfrm>
            <a:off x="5655080" y="2276930"/>
            <a:ext cx="1203541" cy="826207"/>
            <a:chOff x="4385080" y="2011886"/>
            <a:chExt cx="1203541" cy="82620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F54C109-EA8E-4CC3-B91E-ED9576439A41}"/>
                </a:ext>
              </a:extLst>
            </p:cNvPr>
            <p:cNvSpPr txBox="1"/>
            <p:nvPr/>
          </p:nvSpPr>
          <p:spPr>
            <a:xfrm>
              <a:off x="4385080" y="2499539"/>
              <a:ext cx="1203541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800" dirty="0">
                  <a:latin typeface="Arial"/>
                  <a:cs typeface="Arial"/>
                </a:rPr>
                <a:t>Classic </a:t>
              </a:r>
              <a:br>
                <a:rPr lang="en-US" sz="800" dirty="0">
                  <a:latin typeface="Arial"/>
                  <a:cs typeface="Arial"/>
                </a:rPr>
              </a:br>
              <a:r>
                <a:rPr lang="en-US" sz="800" dirty="0">
                  <a:latin typeface="Arial"/>
                  <a:cs typeface="Arial"/>
                </a:rPr>
                <a:t>Load Balancer</a:t>
              </a:r>
              <a:endParaRPr lang="en-US" sz="800">
                <a:cs typeface="Arial"/>
              </a:endParaRPr>
            </a:p>
          </p:txBody>
        </p:sp>
        <p:pic>
          <p:nvPicPr>
            <p:cNvPr id="10" name="Picture 16">
              <a:extLst>
                <a:ext uri="{FF2B5EF4-FFF2-40B4-BE49-F238E27FC236}">
                  <a16:creationId xmlns:a16="http://schemas.microsoft.com/office/drawing/2014/main" id="{7F95A3EB-B772-40A7-A8D2-BF04A2AB91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788563" y="2011886"/>
              <a:ext cx="435964" cy="442360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4FE70FA-CD90-453C-86C4-5F16AD527FA6}"/>
              </a:ext>
            </a:extLst>
          </p:cNvPr>
          <p:cNvGrpSpPr/>
          <p:nvPr/>
        </p:nvGrpSpPr>
        <p:grpSpPr>
          <a:xfrm>
            <a:off x="5656078" y="3272028"/>
            <a:ext cx="1203541" cy="649229"/>
            <a:chOff x="4415317" y="4067515"/>
            <a:chExt cx="1203541" cy="649229"/>
          </a:xfrm>
        </p:grpSpPr>
        <p:pic>
          <p:nvPicPr>
            <p:cNvPr id="9" name="Picture 9">
              <a:extLst>
                <a:ext uri="{FF2B5EF4-FFF2-40B4-BE49-F238E27FC236}">
                  <a16:creationId xmlns:a16="http://schemas.microsoft.com/office/drawing/2014/main" id="{3CB484D8-BFEB-431F-9E94-C0E245BAC3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14279" y="4067515"/>
              <a:ext cx="399668" cy="389052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B5DD8D4-1F1D-4CFA-8173-B76E378F6AF6}"/>
                </a:ext>
              </a:extLst>
            </p:cNvPr>
            <p:cNvSpPr txBox="1"/>
            <p:nvPr/>
          </p:nvSpPr>
          <p:spPr>
            <a:xfrm>
              <a:off x="4415317" y="4501300"/>
              <a:ext cx="1203541" cy="21544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accent2"/>
                  </a:solidFill>
                  <a:latin typeface="Arial"/>
                  <a:cs typeface="Arial"/>
                </a:rPr>
                <a:t>Auto Scaling Group</a:t>
              </a:r>
              <a:endParaRPr lang="en-US" sz="800">
                <a:solidFill>
                  <a:schemeClr val="accent2"/>
                </a:solidFill>
                <a:cs typeface="Arial"/>
              </a:endParaRPr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1EE01857-225E-7741-A12B-8119C6FD5411}"/>
              </a:ext>
            </a:extLst>
          </p:cNvPr>
          <p:cNvSpPr/>
          <p:nvPr/>
        </p:nvSpPr>
        <p:spPr>
          <a:xfrm>
            <a:off x="2699157" y="2456656"/>
            <a:ext cx="2740295" cy="3209694"/>
          </a:xfrm>
          <a:prstGeom prst="rect">
            <a:avLst/>
          </a:prstGeom>
          <a:solidFill>
            <a:srgbClr val="1D8900">
              <a:alpha val="9804"/>
            </a:srgbClr>
          </a:solidFill>
          <a:ln w="6350">
            <a:solidFill>
              <a:srgbClr val="1D89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38328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000" dirty="0">
                <a:solidFill>
                  <a:srgbClr val="1E8900"/>
                </a:solidFill>
                <a:latin typeface="Arial"/>
                <a:cs typeface="Arial"/>
              </a:rPr>
              <a:t> Public subnet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EF801B6A-5039-A74B-9F9A-63AABA56CBE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99156" y="2454922"/>
            <a:ext cx="313390" cy="274186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07D7109E-BEF0-324E-9A5A-67C32AFB3027}"/>
              </a:ext>
            </a:extLst>
          </p:cNvPr>
          <p:cNvSpPr/>
          <p:nvPr/>
        </p:nvSpPr>
        <p:spPr>
          <a:xfrm>
            <a:off x="2582307" y="1547606"/>
            <a:ext cx="2983262" cy="4953457"/>
          </a:xfrm>
          <a:prstGeom prst="rect">
            <a:avLst/>
          </a:prstGeom>
          <a:noFill/>
          <a:ln w="12700">
            <a:solidFill>
              <a:srgbClr val="007DB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000" dirty="0">
                <a:solidFill>
                  <a:srgbClr val="007DBC"/>
                </a:solidFill>
                <a:latin typeface="Arial"/>
                <a:cs typeface="Arial"/>
              </a:rPr>
              <a:t>Availability Zone 1</a:t>
            </a:r>
            <a:endParaRPr lang="en-US" sz="10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A0586DE-7DEA-47F6-B147-DA73DB4517C2}"/>
              </a:ext>
            </a:extLst>
          </p:cNvPr>
          <p:cNvGrpSpPr/>
          <p:nvPr/>
        </p:nvGrpSpPr>
        <p:grpSpPr>
          <a:xfrm>
            <a:off x="2888923" y="3283112"/>
            <a:ext cx="817252" cy="540453"/>
            <a:chOff x="2283662" y="2859779"/>
            <a:chExt cx="817252" cy="540453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755BA6A-47A5-CA49-9E9D-545F78B6B1D1}"/>
                </a:ext>
              </a:extLst>
            </p:cNvPr>
            <p:cNvSpPr txBox="1"/>
            <p:nvPr/>
          </p:nvSpPr>
          <p:spPr>
            <a:xfrm>
              <a:off x="2283662" y="3184788"/>
              <a:ext cx="817252" cy="21544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800" dirty="0">
                  <a:latin typeface="Arial"/>
                  <a:cs typeface="Arial"/>
                </a:rPr>
                <a:t>NAT gateway</a:t>
              </a:r>
            </a:p>
          </p:txBody>
        </p:sp>
        <p:pic>
          <p:nvPicPr>
            <p:cNvPr id="67" name="Graphic 66">
              <a:extLst>
                <a:ext uri="{FF2B5EF4-FFF2-40B4-BE49-F238E27FC236}">
                  <a16:creationId xmlns:a16="http://schemas.microsoft.com/office/drawing/2014/main" id="{868D4A0F-F764-DA46-843A-2F3933B15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554545" y="2859779"/>
              <a:ext cx="331433" cy="327219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B78E06A-F4E5-41C2-98B9-D9E315AB6D8A}"/>
              </a:ext>
            </a:extLst>
          </p:cNvPr>
          <p:cNvGrpSpPr/>
          <p:nvPr/>
        </p:nvGrpSpPr>
        <p:grpSpPr>
          <a:xfrm>
            <a:off x="905821" y="3488212"/>
            <a:ext cx="915053" cy="886525"/>
            <a:chOff x="2980156" y="4588880"/>
            <a:chExt cx="915053" cy="886525"/>
          </a:xfrm>
        </p:grpSpPr>
        <p:pic>
          <p:nvPicPr>
            <p:cNvPr id="2" name="Picture 2" descr="Logo, icon&#10;&#10;Description automatically generated">
              <a:extLst>
                <a:ext uri="{FF2B5EF4-FFF2-40B4-BE49-F238E27FC236}">
                  <a16:creationId xmlns:a16="http://schemas.microsoft.com/office/drawing/2014/main" id="{1A2813FB-AD99-4C1A-AC85-EF35539A19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263103" y="4588880"/>
              <a:ext cx="347870" cy="457327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5C8F334-39C9-4D54-B791-C1AE9679F7C9}"/>
                </a:ext>
              </a:extLst>
            </p:cNvPr>
            <p:cNvSpPr txBox="1"/>
            <p:nvPr/>
          </p:nvSpPr>
          <p:spPr>
            <a:xfrm>
              <a:off x="2980156" y="5013740"/>
              <a:ext cx="915053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800" dirty="0">
                  <a:latin typeface="Arial"/>
                  <a:cs typeface="Arial"/>
                </a:rPr>
                <a:t>AWS IoT SiteWise Connector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6ADCAD8-B544-4A94-BA53-04751DC74703}"/>
              </a:ext>
            </a:extLst>
          </p:cNvPr>
          <p:cNvGrpSpPr/>
          <p:nvPr/>
        </p:nvGrpSpPr>
        <p:grpSpPr>
          <a:xfrm>
            <a:off x="904804" y="2587584"/>
            <a:ext cx="915053" cy="779365"/>
            <a:chOff x="3233138" y="3518918"/>
            <a:chExt cx="915053" cy="77936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7A797D6-A142-43D0-B7EE-56E9E8274D6B}"/>
                </a:ext>
              </a:extLst>
            </p:cNvPr>
            <p:cNvSpPr txBox="1"/>
            <p:nvPr/>
          </p:nvSpPr>
          <p:spPr>
            <a:xfrm>
              <a:off x="3233138" y="3959729"/>
              <a:ext cx="915053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800" dirty="0">
                  <a:latin typeface="Arial"/>
                  <a:cs typeface="Arial"/>
                </a:rPr>
                <a:t>AWS IoT Greengrass</a:t>
              </a:r>
            </a:p>
          </p:txBody>
        </p:sp>
        <p:pic>
          <p:nvPicPr>
            <p:cNvPr id="3" name="Picture 3" descr="Icon&#10;&#10;Description automatically generated">
              <a:extLst>
                <a:ext uri="{FF2B5EF4-FFF2-40B4-BE49-F238E27FC236}">
                  <a16:creationId xmlns:a16="http://schemas.microsoft.com/office/drawing/2014/main" id="{D9731324-BD21-4835-90F1-8D847B588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467283" y="3518918"/>
              <a:ext cx="445445" cy="435474"/>
            </a:xfrm>
            <a:prstGeom prst="rect">
              <a:avLst/>
            </a:prstGeom>
          </p:spPr>
        </p:pic>
      </p:grpSp>
      <p:sp>
        <p:nvSpPr>
          <p:cNvPr id="99" name="Rectangle 98">
            <a:extLst>
              <a:ext uri="{FF2B5EF4-FFF2-40B4-BE49-F238E27FC236}">
                <a16:creationId xmlns:a16="http://schemas.microsoft.com/office/drawing/2014/main" id="{910F636D-C547-4E2B-8863-F1262041F1F7}"/>
              </a:ext>
            </a:extLst>
          </p:cNvPr>
          <p:cNvSpPr/>
          <p:nvPr/>
        </p:nvSpPr>
        <p:spPr>
          <a:xfrm>
            <a:off x="7071585" y="2456655"/>
            <a:ext cx="2752390" cy="3209694"/>
          </a:xfrm>
          <a:prstGeom prst="rect">
            <a:avLst/>
          </a:prstGeom>
          <a:solidFill>
            <a:srgbClr val="1D8900">
              <a:alpha val="9804"/>
            </a:srgbClr>
          </a:solidFill>
          <a:ln w="6350">
            <a:solidFill>
              <a:srgbClr val="1D89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38328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sz="1000" dirty="0">
                <a:solidFill>
                  <a:srgbClr val="1E8900"/>
                </a:solidFill>
                <a:latin typeface="Arial"/>
                <a:cs typeface="Arial"/>
              </a:rPr>
              <a:t>Public subnet        </a:t>
            </a:r>
            <a:endParaRPr lang="en-US" dirty="0"/>
          </a:p>
        </p:txBody>
      </p:sp>
      <p:pic>
        <p:nvPicPr>
          <p:cNvPr id="100" name="Graphic 99">
            <a:extLst>
              <a:ext uri="{FF2B5EF4-FFF2-40B4-BE49-F238E27FC236}">
                <a16:creationId xmlns:a16="http://schemas.microsoft.com/office/drawing/2014/main" id="{BA5863F4-233A-4026-B739-5141A0D453D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508774" y="2454921"/>
            <a:ext cx="313390" cy="274186"/>
          </a:xfrm>
          <a:prstGeom prst="rect">
            <a:avLst/>
          </a:prstGeom>
        </p:spPr>
      </p:pic>
      <p:sp>
        <p:nvSpPr>
          <p:cNvPr id="101" name="Rectangle 100">
            <a:extLst>
              <a:ext uri="{FF2B5EF4-FFF2-40B4-BE49-F238E27FC236}">
                <a16:creationId xmlns:a16="http://schemas.microsoft.com/office/drawing/2014/main" id="{CD94CD6F-A111-42EB-882D-05C42EA82F2E}"/>
              </a:ext>
            </a:extLst>
          </p:cNvPr>
          <p:cNvSpPr/>
          <p:nvPr/>
        </p:nvSpPr>
        <p:spPr>
          <a:xfrm>
            <a:off x="6954735" y="1547604"/>
            <a:ext cx="2983262" cy="4953458"/>
          </a:xfrm>
          <a:prstGeom prst="rect">
            <a:avLst/>
          </a:prstGeom>
          <a:noFill/>
          <a:ln w="12700">
            <a:solidFill>
              <a:srgbClr val="007DB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000" dirty="0">
                <a:solidFill>
                  <a:srgbClr val="007DBC"/>
                </a:solidFill>
                <a:latin typeface="Arial"/>
                <a:cs typeface="Arial"/>
              </a:rPr>
              <a:t>Availability Zone 2</a:t>
            </a:r>
            <a:endParaRPr lang="en-US" sz="1000" dirty="0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27738185-DFF3-42FA-BA21-A1D61407222A}"/>
              </a:ext>
            </a:extLst>
          </p:cNvPr>
          <p:cNvGrpSpPr/>
          <p:nvPr/>
        </p:nvGrpSpPr>
        <p:grpSpPr>
          <a:xfrm>
            <a:off x="8739967" y="3264969"/>
            <a:ext cx="817252" cy="540453"/>
            <a:chOff x="2283662" y="2859779"/>
            <a:chExt cx="817252" cy="540453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2588D745-800E-43CF-9FAB-C1897655FCDD}"/>
                </a:ext>
              </a:extLst>
            </p:cNvPr>
            <p:cNvSpPr txBox="1"/>
            <p:nvPr/>
          </p:nvSpPr>
          <p:spPr>
            <a:xfrm>
              <a:off x="2283662" y="3184788"/>
              <a:ext cx="817252" cy="21544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800" dirty="0">
                  <a:latin typeface="Arial"/>
                  <a:cs typeface="Arial"/>
                </a:rPr>
                <a:t>NAT gateway</a:t>
              </a:r>
            </a:p>
          </p:txBody>
        </p:sp>
        <p:pic>
          <p:nvPicPr>
            <p:cNvPr id="120" name="Graphic 119">
              <a:extLst>
                <a:ext uri="{FF2B5EF4-FFF2-40B4-BE49-F238E27FC236}">
                  <a16:creationId xmlns:a16="http://schemas.microsoft.com/office/drawing/2014/main" id="{E26E0F66-238F-43C3-AC4D-8109D7098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554545" y="2859779"/>
              <a:ext cx="331433" cy="327219"/>
            </a:xfrm>
            <a:prstGeom prst="rect">
              <a:avLst/>
            </a:prstGeom>
          </p:spPr>
        </p:pic>
      </p:grpSp>
      <p:sp>
        <p:nvSpPr>
          <p:cNvPr id="121" name="Rectangle 120">
            <a:extLst>
              <a:ext uri="{FF2B5EF4-FFF2-40B4-BE49-F238E27FC236}">
                <a16:creationId xmlns:a16="http://schemas.microsoft.com/office/drawing/2014/main" id="{BAF6C5F2-1EAC-4B72-9C95-67B5E85B52D9}"/>
              </a:ext>
            </a:extLst>
          </p:cNvPr>
          <p:cNvSpPr/>
          <p:nvPr/>
        </p:nvSpPr>
        <p:spPr>
          <a:xfrm>
            <a:off x="3990652" y="3271178"/>
            <a:ext cx="4489868" cy="1646211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1000" dirty="0">
              <a:solidFill>
                <a:srgbClr val="007DBC"/>
              </a:solidFill>
              <a:cs typeface="Arial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01F258C-EB34-4F95-AAA2-CDEDB949383A}"/>
              </a:ext>
            </a:extLst>
          </p:cNvPr>
          <p:cNvGrpSpPr/>
          <p:nvPr/>
        </p:nvGrpSpPr>
        <p:grpSpPr>
          <a:xfrm>
            <a:off x="757577" y="4515371"/>
            <a:ext cx="1247228" cy="1115047"/>
            <a:chOff x="1398626" y="4535013"/>
            <a:chExt cx="1247228" cy="1115047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3A7CEB2-7515-104B-A313-63BC9587BB83}"/>
                </a:ext>
              </a:extLst>
            </p:cNvPr>
            <p:cNvSpPr txBox="1"/>
            <p:nvPr/>
          </p:nvSpPr>
          <p:spPr>
            <a:xfrm>
              <a:off x="1398626" y="5188395"/>
              <a:ext cx="1247228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800" dirty="0">
                  <a:latin typeface="Arial"/>
                  <a:cs typeface="Arial"/>
                </a:rPr>
                <a:t>Softing edgeConnector Siemens </a:t>
              </a:r>
              <a:br>
                <a:rPr lang="en-US" sz="800" dirty="0">
                  <a:latin typeface="Arial"/>
                  <a:cs typeface="Arial"/>
                </a:rPr>
              </a:br>
              <a:r>
                <a:rPr lang="en-US" sz="800" dirty="0">
                  <a:latin typeface="Arial"/>
                  <a:cs typeface="Arial"/>
                </a:rPr>
                <a:t>(PLC Simulation Mode)</a:t>
              </a:r>
              <a:endParaRPr lang="en-US" sz="800" dirty="0">
                <a:cs typeface="Arial"/>
              </a:endParaRPr>
            </a:p>
          </p:txBody>
        </p:sp>
        <p:pic>
          <p:nvPicPr>
            <p:cNvPr id="32" name="Picture 32">
              <a:extLst>
                <a:ext uri="{FF2B5EF4-FFF2-40B4-BE49-F238E27FC236}">
                  <a16:creationId xmlns:a16="http://schemas.microsoft.com/office/drawing/2014/main" id="{337FE6BC-D8F9-4153-B6C7-100DF0AE67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552200" y="4535013"/>
              <a:ext cx="944658" cy="679286"/>
            </a:xfrm>
            <a:prstGeom prst="rect">
              <a:avLst/>
            </a:prstGeom>
          </p:spPr>
        </p:pic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129A2E1-F1D6-49B9-AF0E-2568445725E1}"/>
              </a:ext>
            </a:extLst>
          </p:cNvPr>
          <p:cNvCxnSpPr/>
          <p:nvPr/>
        </p:nvCxnSpPr>
        <p:spPr>
          <a:xfrm flipV="1">
            <a:off x="6529311" y="2556137"/>
            <a:ext cx="551544" cy="4836"/>
          </a:xfrm>
          <a:prstGeom prst="straightConnector1">
            <a:avLst/>
          </a:prstGeom>
          <a:ln w="6350">
            <a:solidFill>
              <a:srgbClr val="545B64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0902662-A1BD-4BDC-A246-18095DD81CE7}"/>
              </a:ext>
            </a:extLst>
          </p:cNvPr>
          <p:cNvCxnSpPr>
            <a:cxnSpLocks/>
          </p:cNvCxnSpPr>
          <p:nvPr/>
        </p:nvCxnSpPr>
        <p:spPr>
          <a:xfrm flipH="1" flipV="1">
            <a:off x="5432852" y="2556386"/>
            <a:ext cx="585809" cy="4586"/>
          </a:xfrm>
          <a:prstGeom prst="straightConnector1">
            <a:avLst/>
          </a:prstGeom>
          <a:ln w="6350">
            <a:solidFill>
              <a:srgbClr val="545B64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13FD926-E755-48EF-9109-CD54443F0527}"/>
              </a:ext>
            </a:extLst>
          </p:cNvPr>
          <p:cNvSpPr txBox="1"/>
          <p:nvPr/>
        </p:nvSpPr>
        <p:spPr>
          <a:xfrm>
            <a:off x="3496734" y="5377542"/>
            <a:ext cx="983342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 dirty="0">
                <a:solidFill>
                  <a:srgbClr val="1E8900"/>
                </a:solidFill>
                <a:latin typeface="Arial"/>
                <a:cs typeface="Arial"/>
              </a:rPr>
              <a:t>10.0.128.0/20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6996901-9476-410C-AA4E-580C5C6C22FB}"/>
              </a:ext>
            </a:extLst>
          </p:cNvPr>
          <p:cNvSpPr txBox="1"/>
          <p:nvPr/>
        </p:nvSpPr>
        <p:spPr>
          <a:xfrm>
            <a:off x="8062685" y="5377541"/>
            <a:ext cx="983342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 dirty="0">
                <a:solidFill>
                  <a:srgbClr val="1E8900"/>
                </a:solidFill>
                <a:latin typeface="Arial"/>
                <a:cs typeface="Arial"/>
              </a:rPr>
              <a:t>10.0.144.0/20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B5B1082-4F41-4791-A629-C78A26CFFF74}"/>
              </a:ext>
            </a:extLst>
          </p:cNvPr>
          <p:cNvSpPr txBox="1"/>
          <p:nvPr/>
        </p:nvSpPr>
        <p:spPr>
          <a:xfrm>
            <a:off x="5849257" y="6000446"/>
            <a:ext cx="820057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 dirty="0">
                <a:solidFill>
                  <a:srgbClr val="1E8900"/>
                </a:solidFill>
                <a:latin typeface="Arial"/>
                <a:cs typeface="Arial"/>
              </a:rPr>
              <a:t>10.0.0.0/16</a:t>
            </a:r>
          </a:p>
        </p:txBody>
      </p:sp>
      <p:pic>
        <p:nvPicPr>
          <p:cNvPr id="20" name="Picture 24">
            <a:extLst>
              <a:ext uri="{FF2B5EF4-FFF2-40B4-BE49-F238E27FC236}">
                <a16:creationId xmlns:a16="http://schemas.microsoft.com/office/drawing/2014/main" id="{78106DBD-0FC3-4795-B91A-15D3A8DA308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76446" y="3823304"/>
            <a:ext cx="426965" cy="420917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CCF3AD7D-0488-4C81-AD69-59568C16260D}"/>
              </a:ext>
            </a:extLst>
          </p:cNvPr>
          <p:cNvSpPr txBox="1"/>
          <p:nvPr/>
        </p:nvSpPr>
        <p:spPr>
          <a:xfrm>
            <a:off x="4071257" y="4295017"/>
            <a:ext cx="1243389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800" dirty="0"/>
              <a:t>EC2 Instance</a:t>
            </a:r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ACEC1A8-DBC9-4C9A-AE3D-084009A9AE7A}"/>
              </a:ext>
            </a:extLst>
          </p:cNvPr>
          <p:cNvCxnSpPr/>
          <p:nvPr/>
        </p:nvCxnSpPr>
        <p:spPr>
          <a:xfrm>
            <a:off x="1553634" y="4057347"/>
            <a:ext cx="2922209" cy="7258"/>
          </a:xfrm>
          <a:prstGeom prst="straightConnector1">
            <a:avLst/>
          </a:prstGeom>
          <a:ln w="6350">
            <a:solidFill>
              <a:srgbClr val="545B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B078E7D9-EA9E-4EDC-83A6-32C9B9D2E6CD}"/>
              </a:ext>
            </a:extLst>
          </p:cNvPr>
          <p:cNvCxnSpPr/>
          <p:nvPr/>
        </p:nvCxnSpPr>
        <p:spPr>
          <a:xfrm flipH="1" flipV="1">
            <a:off x="1610784" y="2826354"/>
            <a:ext cx="283029" cy="1232507"/>
          </a:xfrm>
          <a:prstGeom prst="bentConnector3">
            <a:avLst/>
          </a:prstGeom>
          <a:ln w="6350">
            <a:solidFill>
              <a:srgbClr val="545B64"/>
            </a:solidFill>
            <a:headEnd type="none" w="med" len="sm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2ABB879-AE40-42D8-92D5-B647CB2D79DB}"/>
              </a:ext>
            </a:extLst>
          </p:cNvPr>
          <p:cNvCxnSpPr/>
          <p:nvPr/>
        </p:nvCxnSpPr>
        <p:spPr>
          <a:xfrm flipH="1">
            <a:off x="1747612" y="4062639"/>
            <a:ext cx="4837" cy="412449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sm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17499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AWS Colors">
      <a:dk1>
        <a:srgbClr val="232F3D"/>
      </a:dk1>
      <a:lt1>
        <a:srgbClr val="FAFAFA"/>
      </a:lt1>
      <a:dk2>
        <a:srgbClr val="535B63"/>
      </a:dk2>
      <a:lt2>
        <a:srgbClr val="E5ECEF"/>
      </a:lt2>
      <a:accent1>
        <a:srgbClr val="FF9900"/>
      </a:accent1>
      <a:accent2>
        <a:srgbClr val="F0623D"/>
      </a:accent2>
      <a:accent3>
        <a:srgbClr val="007CBC"/>
      </a:accent3>
      <a:accent4>
        <a:srgbClr val="00A0C8"/>
      </a:accent4>
      <a:accent5>
        <a:srgbClr val="1D8900"/>
      </a:accent5>
      <a:accent6>
        <a:srgbClr val="69AE35"/>
      </a:accent6>
      <a:hlink>
        <a:srgbClr val="007CBC"/>
      </a:hlink>
      <a:folHlink>
        <a:srgbClr val="007C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2"/>
          </a:solidFill>
        </a:ln>
      </a:spPr>
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200"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545B64"/>
          </a:solidFill>
          <a:headEnd type="none" w="med" len="sm"/>
          <a:tailEnd type="none" w="med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</Words>
  <Application>Microsoft Macintosh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2_Office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Tony Bulding</cp:lastModifiedBy>
  <cp:revision>483</cp:revision>
  <cp:lastPrinted>2019-01-03T20:59:05Z</cp:lastPrinted>
  <dcterms:created xsi:type="dcterms:W3CDTF">2018-09-14T20:21:45Z</dcterms:created>
  <dcterms:modified xsi:type="dcterms:W3CDTF">2021-02-23T20:53:28Z</dcterms:modified>
</cp:coreProperties>
</file>