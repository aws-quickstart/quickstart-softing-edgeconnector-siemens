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6B86"/>
    <a:srgbClr val="1D8900"/>
    <a:srgbClr val="007CBC"/>
    <a:srgbClr val="DF3312"/>
    <a:srgbClr val="FAFAFA"/>
    <a:srgbClr val="1E8900"/>
    <a:srgbClr val="F1623E"/>
    <a:srgbClr val="CD2264"/>
    <a:srgbClr val="D86613"/>
    <a:srgbClr val="4D2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156D1-9000-3B00-D289-1146313697C0}" v="10" dt="2020-12-08T06:28:45.144"/>
    <p1510:client id="{10502AF7-A1C0-8271-FCD7-8B9C71F0B3E7}" v="14" dt="2021-01-26T08:20:28.736"/>
    <p1510:client id="{1ABCC395-A57F-0A28-0D50-50FF2A0C9F65}" v="8" dt="2020-12-03T08:14:49.232"/>
    <p1510:client id="{4DD05AEE-C3C5-43CB-83E6-DDA1AE8AD6D6}" v="612" dt="2020-12-02T13:26:55.545"/>
    <p1510:client id="{5AE10A2C-D78B-CBF0-CE3B-7E9F2EBAABE9}" v="269" dt="2021-01-26T14:18:12.167"/>
    <p1510:client id="{963F39E9-F31E-C6B2-0DED-16761762B8CC}" v="8" dt="2021-01-26T09:18:17.481"/>
    <p1510:client id="{9D4E2F6C-6946-4253-6339-BF8ECE8A127F}" v="5" dt="2020-12-03T08:36:45.988"/>
    <p1510:client id="{B0C3C2CA-2B5D-45A7-32D0-9451536B9A4A}" v="15" dt="2021-01-28T12:42:48.100"/>
    <p1510:client id="{B87B81D8-90D5-D4AD-BB4C-FA61E9833A02}" v="11" dt="2020-12-02T14:53:58.987"/>
    <p1510:client id="{D5AFC41F-0DE4-130A-1FA3-926AA50D8FD7}" v="326" dt="2021-02-10T09:45:42.004"/>
    <p1510:client id="{D8870D37-61E1-605F-6380-40B0D0B04EA5}" v="1" dt="2021-02-03T07:49:09.139"/>
    <p1510:client id="{F0F39E85-2748-338F-DF51-6C18F8548B10}" v="434" dt="2021-01-28T14:16:19.038"/>
    <p1510:client id="{F7F2BFC8-E0DF-42B8-F7D6-98B20511B98B}" v="231" dt="2021-02-10T08:50:38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9"/>
    <p:restoredTop sz="94679"/>
  </p:normalViewPr>
  <p:slideViewPr>
    <p:cSldViewPr snapToGrid="0">
      <p:cViewPr varScale="1">
        <p:scale>
          <a:sx n="135" d="100"/>
          <a:sy n="135" d="100"/>
        </p:scale>
        <p:origin x="1404" y="126"/>
      </p:cViewPr>
      <p:guideLst>
        <p:guide pos="2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9945AD-C4E7-8D4E-B52E-03FA06621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77B07-F9D1-AA40-BBCF-775E74D42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7721D-1176-A640-AC48-B82F78C92D56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529E1-8FBF-B44D-9125-5A6D2BEFA6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4B474-30DF-AA46-8E95-0F42A45520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BAB59-14AE-9844-B034-10FDF6484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96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A089-FB25-6D46-9D21-F0F04A18BCA8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304BD-78E5-F743-9CDB-4BAC0F2E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0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35133-BC66-D740-A8F2-49180671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45912-5042-564C-832E-5F4D1FCB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8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27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png"/><Relationship Id="rId26" Type="http://schemas.openxmlformats.org/officeDocument/2006/relationships/image" Target="../media/image16.png"/><Relationship Id="rId3" Type="http://schemas.openxmlformats.org/officeDocument/2006/relationships/image" Target="../media/image2.sv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7" Type="http://schemas.openxmlformats.org/officeDocument/2006/relationships/image" Target="../media/image7.png"/><Relationship Id="rId25" Type="http://schemas.openxmlformats.org/officeDocument/2006/relationships/image" Target="../media/image15.jpg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24" Type="http://schemas.openxmlformats.org/officeDocument/2006/relationships/image" Target="../media/image14.png"/><Relationship Id="rId5" Type="http://schemas.openxmlformats.org/officeDocument/2006/relationships/image" Target="../media/image4.svg"/><Relationship Id="rId15" Type="http://schemas.openxmlformats.org/officeDocument/2006/relationships/image" Target="../media/image5.png"/><Relationship Id="rId23" Type="http://schemas.openxmlformats.org/officeDocument/2006/relationships/image" Target="../media/image13.png"/><Relationship Id="rId19" Type="http://schemas.openxmlformats.org/officeDocument/2006/relationships/image" Target="../media/image9.png"/><Relationship Id="rId4" Type="http://schemas.openxmlformats.org/officeDocument/2006/relationships/image" Target="../media/image2.png"/><Relationship Id="rId14" Type="http://schemas.openxmlformats.org/officeDocument/2006/relationships/image" Target="../media/image13.svg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7703C61-09E8-4049-8248-F9AB232E14C1}"/>
              </a:ext>
            </a:extLst>
          </p:cNvPr>
          <p:cNvSpPr/>
          <p:nvPr/>
        </p:nvSpPr>
        <p:spPr>
          <a:xfrm>
            <a:off x="2348647" y="1859540"/>
            <a:ext cx="7563152" cy="2946376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0B6412-6E5D-B24E-8630-AD02E15A85EC}"/>
              </a:ext>
            </a:extLst>
          </p:cNvPr>
          <p:cNvSpPr/>
          <p:nvPr/>
        </p:nvSpPr>
        <p:spPr>
          <a:xfrm>
            <a:off x="742454" y="1325526"/>
            <a:ext cx="10864122" cy="50469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AWS Cloud</a:t>
            </a:r>
            <a:endParaRPr lang="en-US" sz="1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89490AF9-EFA6-8440-9A79-E963D0EE7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2454" y="1325526"/>
            <a:ext cx="330200" cy="3302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1FB42D1C-3EBE-4F44-AEEF-747AE0502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347495" y="1863072"/>
            <a:ext cx="330200" cy="3302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F54C109-EA8E-4CC3-B91E-ED9576439A41}"/>
              </a:ext>
            </a:extLst>
          </p:cNvPr>
          <p:cNvSpPr txBox="1"/>
          <p:nvPr/>
        </p:nvSpPr>
        <p:spPr>
          <a:xfrm>
            <a:off x="5759761" y="2644015"/>
            <a:ext cx="120354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Classic </a:t>
            </a:r>
            <a:br>
              <a:rPr lang="en-US" sz="1200" dirty="0">
                <a:latin typeface="Arial"/>
                <a:cs typeface="Arial"/>
              </a:rPr>
            </a:br>
            <a:r>
              <a:rPr lang="en-US" sz="1200" dirty="0">
                <a:latin typeface="Arial"/>
                <a:cs typeface="Arial"/>
              </a:rPr>
              <a:t>Load Balancer</a:t>
            </a:r>
            <a:endParaRPr lang="en-US" sz="1200" dirty="0">
              <a:cs typeface="Arial"/>
            </a:endParaRP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7F95A3EB-B772-40A7-A8D2-BF04A2AB9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97" y="2255374"/>
            <a:ext cx="435964" cy="44236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1EE01857-225E-7741-A12B-8119C6FD5411}"/>
              </a:ext>
            </a:extLst>
          </p:cNvPr>
          <p:cNvSpPr/>
          <p:nvPr/>
        </p:nvSpPr>
        <p:spPr>
          <a:xfrm>
            <a:off x="2909875" y="2215332"/>
            <a:ext cx="2605683" cy="2422830"/>
          </a:xfrm>
          <a:prstGeom prst="rect">
            <a:avLst/>
          </a:prstGeom>
          <a:solidFill>
            <a:srgbClr val="1D8900">
              <a:alpha val="9804"/>
            </a:srgbClr>
          </a:solidFill>
          <a:ln w="6350">
            <a:solidFill>
              <a:srgbClr val="1D89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 </a:t>
            </a:r>
            <a:r>
              <a:rPr lang="en-US" sz="1200" dirty="0">
                <a:solidFill>
                  <a:srgbClr val="1E8900"/>
                </a:solidFill>
                <a:latin typeface="Arial"/>
                <a:cs typeface="Arial"/>
              </a:rPr>
              <a:t>Public subnet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EF801B6A-5039-A74B-9F9A-63AABA56CB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2918152" y="2223712"/>
            <a:ext cx="313390" cy="274186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07D7109E-BEF0-324E-9A5A-67C32AFB3027}"/>
              </a:ext>
            </a:extLst>
          </p:cNvPr>
          <p:cNvSpPr/>
          <p:nvPr/>
        </p:nvSpPr>
        <p:spPr>
          <a:xfrm>
            <a:off x="2737371" y="1547606"/>
            <a:ext cx="2913385" cy="3392990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007DBC"/>
                </a:solidFill>
                <a:latin typeface="Arial"/>
                <a:cs typeface="Arial"/>
              </a:rPr>
              <a:t>Availability Zone 1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55BA6A-47A5-CA49-9E9D-545F78B6B1D1}"/>
              </a:ext>
            </a:extLst>
          </p:cNvPr>
          <p:cNvSpPr txBox="1"/>
          <p:nvPr/>
        </p:nvSpPr>
        <p:spPr>
          <a:xfrm>
            <a:off x="3110924" y="3840719"/>
            <a:ext cx="817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NAT gateway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10F636D-C547-4E2B-8863-F1262041F1F7}"/>
              </a:ext>
            </a:extLst>
          </p:cNvPr>
          <p:cNvSpPr/>
          <p:nvPr/>
        </p:nvSpPr>
        <p:spPr>
          <a:xfrm>
            <a:off x="7190948" y="2193272"/>
            <a:ext cx="2409079" cy="2422830"/>
          </a:xfrm>
          <a:prstGeom prst="rect">
            <a:avLst/>
          </a:prstGeom>
          <a:solidFill>
            <a:srgbClr val="1D8900">
              <a:alpha val="9804"/>
            </a:srgbClr>
          </a:solidFill>
          <a:ln w="6350">
            <a:solidFill>
              <a:srgbClr val="1D89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 smtClean="0">
                <a:solidFill>
                  <a:srgbClr val="1E8900"/>
                </a:solidFill>
                <a:latin typeface="Arial"/>
                <a:cs typeface="Arial"/>
              </a:rPr>
              <a:t> Public </a:t>
            </a:r>
            <a:r>
              <a:rPr lang="en-US" sz="1200" dirty="0">
                <a:solidFill>
                  <a:srgbClr val="1E8900"/>
                </a:solidFill>
                <a:latin typeface="Arial"/>
                <a:cs typeface="Arial"/>
              </a:rPr>
              <a:t>subnet</a:t>
            </a:r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        </a:t>
            </a:r>
            <a:endParaRPr lang="en-US" dirty="0"/>
          </a:p>
        </p:txBody>
      </p:sp>
      <p:pic>
        <p:nvPicPr>
          <p:cNvPr id="100" name="Graphic 99">
            <a:extLst>
              <a:ext uri="{FF2B5EF4-FFF2-40B4-BE49-F238E27FC236}">
                <a16:creationId xmlns:a16="http://schemas.microsoft.com/office/drawing/2014/main" id="{BA5863F4-233A-4026-B739-5141A0D453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185234" y="2186829"/>
            <a:ext cx="313390" cy="274186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CD94CD6F-A111-42EB-882D-05C42EA82F2E}"/>
              </a:ext>
            </a:extLst>
          </p:cNvPr>
          <p:cNvSpPr/>
          <p:nvPr/>
        </p:nvSpPr>
        <p:spPr>
          <a:xfrm>
            <a:off x="7072666" y="1537562"/>
            <a:ext cx="2649733" cy="3392992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rgbClr val="007DBC"/>
                </a:solidFill>
                <a:latin typeface="Arial"/>
                <a:cs typeface="Arial"/>
              </a:rPr>
              <a:t>Availability Zone 2</a:t>
            </a:r>
            <a:endParaRPr lang="en-US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A7CEB2-7515-104B-A313-63BC9587BB83}"/>
              </a:ext>
            </a:extLst>
          </p:cNvPr>
          <p:cNvSpPr txBox="1"/>
          <p:nvPr/>
        </p:nvSpPr>
        <p:spPr>
          <a:xfrm>
            <a:off x="822826" y="3569708"/>
            <a:ext cx="149675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Softing </a:t>
            </a:r>
            <a:r>
              <a:rPr lang="en-US" sz="1200" dirty="0" smtClean="0">
                <a:latin typeface="Arial"/>
                <a:cs typeface="Arial"/>
              </a:rPr>
              <a:t>dataFEED edgeConnector </a:t>
            </a:r>
            <a:r>
              <a:rPr lang="en-US" sz="1200" dirty="0">
                <a:latin typeface="Arial"/>
                <a:cs typeface="Arial"/>
              </a:rPr>
              <a:t>Siemens </a:t>
            </a:r>
            <a:r>
              <a:rPr lang="en-US" sz="1200" dirty="0" smtClean="0">
                <a:latin typeface="Arial"/>
                <a:cs typeface="Arial"/>
              </a:rPr>
              <a:t>in PLC simulation mode</a:t>
            </a:r>
            <a:endParaRPr lang="en-US" sz="1200" dirty="0">
              <a:cs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F3AD7D-0488-4C81-AD69-59568C16260D}"/>
              </a:ext>
            </a:extLst>
          </p:cNvPr>
          <p:cNvSpPr txBox="1"/>
          <p:nvPr/>
        </p:nvSpPr>
        <p:spPr>
          <a:xfrm>
            <a:off x="4092259" y="3840720"/>
            <a:ext cx="12433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 smtClean="0"/>
              <a:t>Amazon EC2 instance</a:t>
            </a:r>
            <a:endParaRPr lang="en-US" sz="12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9954756" y="3403660"/>
            <a:ext cx="1651819" cy="1056001"/>
            <a:chOff x="9958940" y="2823692"/>
            <a:chExt cx="1651819" cy="1056001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E993A83-70A7-4653-9819-E6959AF4A6DC}"/>
                </a:ext>
              </a:extLst>
            </p:cNvPr>
            <p:cNvSpPr txBox="1"/>
            <p:nvPr/>
          </p:nvSpPr>
          <p:spPr>
            <a:xfrm>
              <a:off x="9958940" y="3602694"/>
              <a:ext cx="165181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latin typeface="Arial"/>
                  <a:cs typeface="Arial"/>
                </a:rPr>
                <a:t>AWS IoT Core</a:t>
              </a:r>
            </a:p>
          </p:txBody>
        </p:sp>
        <p:pic>
          <p:nvPicPr>
            <p:cNvPr id="69" name="Graphic 6">
              <a:extLst>
                <a:ext uri="{FF2B5EF4-FFF2-40B4-BE49-F238E27FC236}">
                  <a16:creationId xmlns:a16="http://schemas.microsoft.com/office/drawing/2014/main" id="{533E58B1-0DDF-9C44-8601-F72411B38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03850" y="2823692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Group 28"/>
          <p:cNvGrpSpPr/>
          <p:nvPr/>
        </p:nvGrpSpPr>
        <p:grpSpPr>
          <a:xfrm>
            <a:off x="9954757" y="5058588"/>
            <a:ext cx="1651819" cy="990002"/>
            <a:chOff x="9995352" y="4200776"/>
            <a:chExt cx="1651819" cy="990002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2002C82-37EC-4259-BA03-2C61D6CD4C4B}"/>
                </a:ext>
              </a:extLst>
            </p:cNvPr>
            <p:cNvSpPr txBox="1"/>
            <p:nvPr/>
          </p:nvSpPr>
          <p:spPr>
            <a:xfrm>
              <a:off x="9995352" y="4913779"/>
              <a:ext cx="165181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latin typeface="Arial"/>
                  <a:cs typeface="Arial"/>
                </a:rPr>
                <a:t>AWS Lambda</a:t>
              </a:r>
            </a:p>
          </p:txBody>
        </p:sp>
        <p:pic>
          <p:nvPicPr>
            <p:cNvPr id="71" name="Graphic 7">
              <a:extLst>
                <a:ext uri="{FF2B5EF4-FFF2-40B4-BE49-F238E27FC236}">
                  <a16:creationId xmlns:a16="http://schemas.microsoft.com/office/drawing/2014/main" id="{9C9009EB-15E0-7E48-961A-318398F43D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65662" y="4200776"/>
              <a:ext cx="711200" cy="71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2" name="Graphic 18">
            <a:extLst>
              <a:ext uri="{FF2B5EF4-FFF2-40B4-BE49-F238E27FC236}">
                <a16:creationId xmlns:a16="http://schemas.microsoft.com/office/drawing/2014/main" id="{BF37C822-FC3E-9E4A-BB66-12AA7CB10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703" y="50669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24">
            <a:extLst>
              <a:ext uri="{FF2B5EF4-FFF2-40B4-BE49-F238E27FC236}">
                <a16:creationId xmlns:a16="http://schemas.microsoft.com/office/drawing/2014/main" id="{92360CF8-FE05-D047-8299-36B10F874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585" y="5784328"/>
            <a:ext cx="2290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Elastic Container Service (Amazon ECS)</a:t>
            </a:r>
          </a:p>
        </p:txBody>
      </p:sp>
      <p:pic>
        <p:nvPicPr>
          <p:cNvPr id="74" name="Graphic 19">
            <a:extLst>
              <a:ext uri="{FF2B5EF4-FFF2-40B4-BE49-F238E27FC236}">
                <a16:creationId xmlns:a16="http://schemas.microsoft.com/office/drawing/2014/main" id="{ED9F78BE-213C-3D47-A534-0B86E7211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414" y="50669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TextBox 12">
            <a:extLst>
              <a:ext uri="{FF2B5EF4-FFF2-40B4-BE49-F238E27FC236}">
                <a16:creationId xmlns:a16="http://schemas.microsoft.com/office/drawing/2014/main" id="{E6D95FBB-6754-2D45-B10F-73837D3E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812" y="5796766"/>
            <a:ext cx="227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Identity and Access Management (IAM)</a:t>
            </a:r>
          </a:p>
        </p:txBody>
      </p:sp>
      <p:pic>
        <p:nvPicPr>
          <p:cNvPr id="76" name="Graphic 18">
            <a:extLst>
              <a:ext uri="{FF2B5EF4-FFF2-40B4-BE49-F238E27FC236}">
                <a16:creationId xmlns:a16="http://schemas.microsoft.com/office/drawing/2014/main" id="{E0668E3F-1457-E041-A92E-2FF0C60C2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438" y="3261647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39EEFFD5-B07A-CD4C-A9C4-8DBFAB9447D6}"/>
              </a:ext>
            </a:extLst>
          </p:cNvPr>
          <p:cNvSpPr/>
          <p:nvPr/>
        </p:nvSpPr>
        <p:spPr>
          <a:xfrm>
            <a:off x="4115350" y="3267837"/>
            <a:ext cx="4502661" cy="1142232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80" name="Graphic 21">
            <a:extLst>
              <a:ext uri="{FF2B5EF4-FFF2-40B4-BE49-F238E27FC236}">
                <a16:creationId xmlns:a16="http://schemas.microsoft.com/office/drawing/2014/main" id="{561E4467-BB15-6B4A-9C76-1064A06F0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392" y="3455864"/>
            <a:ext cx="37941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9">
            <a:extLst>
              <a:ext uri="{FF2B5EF4-FFF2-40B4-BE49-F238E27FC236}">
                <a16:creationId xmlns:a16="http://schemas.microsoft.com/office/drawing/2014/main" id="{5C11495B-726D-244C-A9D7-F3E89313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844" y="3451869"/>
            <a:ext cx="3794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F755BA6A-47A5-CA49-9E9D-545F78B6B1D1}"/>
              </a:ext>
            </a:extLst>
          </p:cNvPr>
          <p:cNvSpPr txBox="1"/>
          <p:nvPr/>
        </p:nvSpPr>
        <p:spPr>
          <a:xfrm>
            <a:off x="8607170" y="3845901"/>
            <a:ext cx="817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Arial"/>
                <a:cs typeface="Arial"/>
              </a:rPr>
              <a:t>NAT gateway</a:t>
            </a:r>
          </a:p>
        </p:txBody>
      </p:sp>
      <p:pic>
        <p:nvPicPr>
          <p:cNvPr id="84" name="Graphic 19">
            <a:extLst>
              <a:ext uri="{FF2B5EF4-FFF2-40B4-BE49-F238E27FC236}">
                <a16:creationId xmlns:a16="http://schemas.microsoft.com/office/drawing/2014/main" id="{5C11495B-726D-244C-A9D7-F3E89313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521" y="3459540"/>
            <a:ext cx="3794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940" y="50669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6">
            <a:extLst>
              <a:ext uri="{FF2B5EF4-FFF2-40B4-BE49-F238E27FC236}">
                <a16:creationId xmlns:a16="http://schemas.microsoft.com/office/drawing/2014/main" id="{36FEB6A7-BBBF-BF4E-B09F-F70950BA7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927" y="5796509"/>
            <a:ext cx="2268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Elastic Compute Cloud (Amazon EC2)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9605741" y="1699015"/>
            <a:ext cx="2243137" cy="1054019"/>
            <a:chOff x="9663282" y="1508448"/>
            <a:chExt cx="2243137" cy="1054019"/>
          </a:xfrm>
        </p:grpSpPr>
        <p:pic>
          <p:nvPicPr>
            <p:cNvPr id="87" name="Graphic 7">
              <a:extLst>
                <a:ext uri="{FF2B5EF4-FFF2-40B4-BE49-F238E27FC236}">
                  <a16:creationId xmlns:a16="http://schemas.microsoft.com/office/drawing/2014/main" id="{C5C14F14-655B-D54D-9BA0-B22A0F604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3140" y="1508448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TextBox 9">
              <a:extLst>
                <a:ext uri="{FF2B5EF4-FFF2-40B4-BE49-F238E27FC236}">
                  <a16:creationId xmlns:a16="http://schemas.microsoft.com/office/drawing/2014/main" id="{7809D0B9-34C3-5248-9833-996CE7B9D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63282" y="2285468"/>
              <a:ext cx="224313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IoT Greengrass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658067" y="5104124"/>
            <a:ext cx="1375224" cy="777766"/>
            <a:chOff x="8545215" y="5361676"/>
            <a:chExt cx="1375224" cy="777766"/>
          </a:xfrm>
        </p:grpSpPr>
        <p:sp>
          <p:nvSpPr>
            <p:cNvPr id="90" name="TextBox 15">
              <a:extLst>
                <a:ext uri="{FF2B5EF4-FFF2-40B4-BE49-F238E27FC236}">
                  <a16:creationId xmlns:a16="http://schemas.microsoft.com/office/drawing/2014/main" id="{827B600A-D9BC-B047-A401-E6661068C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5215" y="5708555"/>
              <a:ext cx="137522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 smtClean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IoT SiteWise connector</a:t>
              </a:r>
              <a:endPara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1" name="Graphic 6">
              <a:extLst>
                <a:ext uri="{FF2B5EF4-FFF2-40B4-BE49-F238E27FC236}">
                  <a16:creationId xmlns:a16="http://schemas.microsoft.com/office/drawing/2014/main" id="{A2F37D9A-1C72-1D47-B4DC-278AA39FA1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4227" y="5361676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58" y="2285468"/>
            <a:ext cx="1262650" cy="1306379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7057858" y="5064385"/>
            <a:ext cx="1651819" cy="1027849"/>
            <a:chOff x="6831585" y="5209276"/>
            <a:chExt cx="1651819" cy="1027849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14F9E8E-84FF-4AC5-92AC-3718BCF8CA8B}"/>
                </a:ext>
              </a:extLst>
            </p:cNvPr>
            <p:cNvSpPr txBox="1"/>
            <p:nvPr/>
          </p:nvSpPr>
          <p:spPr>
            <a:xfrm>
              <a:off x="6831585" y="5960126"/>
              <a:ext cx="165181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dirty="0">
                  <a:latin typeface="Arial"/>
                  <a:cs typeface="Arial"/>
                </a:rPr>
                <a:t>AWS IoT SiteWise</a:t>
              </a:r>
            </a:p>
          </p:txBody>
        </p:sp>
        <p:pic>
          <p:nvPicPr>
            <p:cNvPr id="93" name="Graphic 17">
              <a:extLst>
                <a:ext uri="{FF2B5EF4-FFF2-40B4-BE49-F238E27FC236}">
                  <a16:creationId xmlns:a16="http://schemas.microsoft.com/office/drawing/2014/main" id="{BEA29866-F561-0B41-AFBC-A454631144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6495" y="5209276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441749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AWS Colors">
      <a:dk1>
        <a:srgbClr val="232F3D"/>
      </a:dk1>
      <a:lt1>
        <a:srgbClr val="FAFAFA"/>
      </a:lt1>
      <a:dk2>
        <a:srgbClr val="535B63"/>
      </a:dk2>
      <a:lt2>
        <a:srgbClr val="E5ECEF"/>
      </a:lt2>
      <a:accent1>
        <a:srgbClr val="FF9900"/>
      </a:accent1>
      <a:accent2>
        <a:srgbClr val="F0623D"/>
      </a:accent2>
      <a:accent3>
        <a:srgbClr val="007CBC"/>
      </a:accent3>
      <a:accent4>
        <a:srgbClr val="00A0C8"/>
      </a:accent4>
      <a:accent5>
        <a:srgbClr val="1D8900"/>
      </a:accent5>
      <a:accent6>
        <a:srgbClr val="69AE35"/>
      </a:accent6>
      <a:hlink>
        <a:srgbClr val="007CBC"/>
      </a:hlink>
      <a:folHlink>
        <a:srgbClr val="007C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545B64"/>
          </a:solidFill>
          <a:headEnd type="none" w="med" len="sm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</TotalTime>
  <Words>85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Amazon Ember</vt:lpstr>
      <vt:lpstr>Arial</vt:lpstr>
      <vt:lpstr>Calibri</vt:lpstr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O'Neal, Anna</cp:lastModifiedBy>
  <cp:revision>491</cp:revision>
  <cp:lastPrinted>2019-01-03T20:59:05Z</cp:lastPrinted>
  <dcterms:created xsi:type="dcterms:W3CDTF">2018-09-14T20:21:45Z</dcterms:created>
  <dcterms:modified xsi:type="dcterms:W3CDTF">2021-03-03T13:49:50Z</dcterms:modified>
</cp:coreProperties>
</file>